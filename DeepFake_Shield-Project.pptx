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8FAFC"/>
                </a:solidFill>
                <a:latin typeface="Trebuchet MS"/>
              </a:defRPr>
            </a:pPr>
            <a:r>
              <a:t>DEEPFAKESHIELD</a:t>
            </a:r>
          </a:p>
          <a:p>
            <a:pPr algn="ctr">
              <a:spcBef>
                <a:spcPts val="10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Multimodal AI for Media Authenticity &amp; Misinformation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Trebuchet MS"/>
              </a:defRPr>
            </a:pPr>
            <a:r>
              <a:t>DETECT   →   EXPLAIN   →   WARN   →   LET THE USER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1468" y="5120640"/>
            <a:ext cx="6986015" cy="5719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/>
              <a:t>LOGIC LEAGUE 2026  |  2-PERSON TEAM</a:t>
            </a:r>
          </a:p>
          <a:p>
            <a:pPr algn="ctr">
              <a:spcBef>
                <a:spcPts val="5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Divyansh Pathak (AI/ML • Explainable AI)   |   Aditya Kumar </a:t>
            </a:r>
            <a:r>
              <a:rPr dirty="0" smtClean="0"/>
              <a:t>(</a:t>
            </a:r>
            <a:r>
              <a:rPr lang="en-US" dirty="0"/>
              <a:t>AI/ML • </a:t>
            </a:r>
            <a:r>
              <a:rPr dirty="0" smtClean="0"/>
              <a:t>Multimodal </a:t>
            </a:r>
            <a:r>
              <a:rPr dirty="0"/>
              <a:t>Intelligence)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DEEPFAKE SHIELD  •  LOGIC LEAGUE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01 — PROBLEM: The Trust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EF4444"/>
                </a:solidFill>
                <a:latin typeface="Trebuchet MS"/>
              </a:defRPr>
            </a:pPr>
            <a:r>
              <a:t>🚨 THE CORE PROBLEM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Users need accessible, evidence-based risk assessment — not another black-box "REAL / FAKE" label.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834640"/>
            <a:ext cx="3511296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Trebuchet MS"/>
              </a:defRPr>
            </a:pPr>
            <a:r>
              <a:t>01. Synthetic Media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AI-generated or manipulated images, videos and audio are increasingly difficult for everyday users to assess.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2834640"/>
            <a:ext cx="3511296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Trebuchet MS"/>
              </a:defRPr>
            </a:pPr>
            <a:r>
              <a:t>02. Misleading Context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A genuine image or video can become misleading when paired with false claims, old events, wrong locations or misleading captions.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11312" y="2834640"/>
            <a:ext cx="3511296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Trebuchet MS"/>
              </a:defRPr>
            </a:pPr>
            <a:r>
              <a:t>03. Amplification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Users often lack a simple “pause-and-verify” layer before suspicious content is shared widely.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🎯 Goal: Create a moment of verification before misleading content gains further reach.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DEEPFAKE SHIELD  •  LOGIC LEAGUE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02 — EXISTING LANDSCAPE: Evolving Approaches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4552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Trebuchet MS"/>
              </a:defRPr>
            </a:pPr>
            <a:r>
              <a:t>🛠️ Current Approaches &amp; Ecosystem Roles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AI DETECTORS: Neural models inspect visual, acoustic or video signals for manipulation patterns.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C2PA / PROVENANCE: Content Credentials can provide tamper-evident provenance when embedded and preserved.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WATERMARKING: Embedded signatures can identify AI-generated media in supported ecosystems.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COMMERCIAL APIs: Sophisticated multimodal services exist, but many target enterprise or moderation workflows.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846320"/>
            <a:ext cx="11274552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  <a:latin typeface="Trebuchet MS"/>
              </a:defRPr>
            </a:pPr>
            <a:r>
              <a:t>⚠️ THE GAP WE FILL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A unified, user-facing layer that combines multiple signals, communicates uncertainty, explains evidence and suggests the next verification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DEEPFAKE SHIELD  •  LOGIC LEAGUE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03 — PROPOSED SOLUTION: DeepFake Shield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4552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Trebuchet MS"/>
              </a:defRPr>
            </a:pPr>
            <a:r>
              <a:t>⚙️ A Multimodal Assessment Layer with Calibrated Uncertainty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1. INPUT: Image • Video • Audio • Claim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2. ANALYZE: AI/ML models + provenance checks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3. FUSE: Signal weighting + risk calibration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4. EXPLAIN: Indicators + model limits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5. ACT: Warn • Verify • Pause sharing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749039"/>
            <a:ext cx="3511296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🟢 LIKELY AUTHENTIC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3749039"/>
            <a:ext cx="3511296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  <a:latin typeface="Trebuchet MS"/>
              </a:defRPr>
            </a:pPr>
            <a:r>
              <a:t>🟡 INCONCLUSIVE / UNCERTAIN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11312" y="3749039"/>
            <a:ext cx="3511296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EF4444"/>
                </a:solidFill>
                <a:latin typeface="Trebuchet MS"/>
              </a:defRPr>
            </a:pPr>
            <a:r>
              <a:t>🔴 POTENTIALLY MANIPULATED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💡 Human-in-the-Loop Principle: The system assists human evaluation; it does not claim 100% proof or automatic censorship.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DEEPFAKE SHIELD  •  LOGIC LEAGUE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04 — USER FLOW: The Verification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4552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Trebuchet MS"/>
              </a:defRPr>
            </a:pPr>
            <a:r>
              <a:t>📥 Step 1: Viral Message Trigger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User encounters a highly forwarded post: "New government welfare system announced immediately..." + a highly convincing video clip.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834640"/>
            <a:ext cx="11274552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Trebuchet MS"/>
              </a:defRPr>
            </a:pPr>
            <a:r>
              <a:t>🧠 Step 2: Shield Analysis &amp; Signal Processing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Text Claim Extraction (NLP parsing)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Visual / Frame Analysis (Deepfake detection)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Audio Signal Analysis (Synthetic voice checks)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Provenance Verification (C2PA standard alignment)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480560"/>
            <a:ext cx="11274552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  <a:latin typeface="Trebuchet MS"/>
              </a:defRPr>
            </a:pPr>
            <a:r>
              <a:t>🟡 Step 3: Calibrated Actionable Output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Result flags media as "Potentially Misleading". Visual indicators are laid bare, model confidence limits are explicitly logged, and the user is contextually prompted to verify before propagating.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DEEPFAKE SHIELD  •  LOGIC LEAGUE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05 — KEY FEATURES: Architected for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511296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Trebuchet MS"/>
              </a:defRPr>
            </a:pPr>
            <a:r>
              <a:t>01. Multimodal Parsing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Handles complex inputs across image, video, audio, and textual claim variants seamlessly.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34256" y="1463040"/>
            <a:ext cx="3511296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Trebuchet MS"/>
              </a:defRPr>
            </a:pPr>
            <a:r>
              <a:t>02. Explainable AI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Deploys human-readable visual indicators instead of opaque, non-actionable confidence scores.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11312" y="1463040"/>
            <a:ext cx="3511296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Trebuchet MS"/>
              </a:defRPr>
            </a:pPr>
            <a:r>
              <a:t>03. Uncertainty-Aware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Maintains an explicit inconclusive state when conflicting or weak evidence is extracted.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840480"/>
            <a:ext cx="3511296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Trebuchet MS"/>
              </a:defRPr>
            </a:pPr>
            <a:r>
              <a:t>04. Algorithmic Fusion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Dynamically aggregates and calibrates weight distributions across parallel analysis modules.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34256" y="3840480"/>
            <a:ext cx="3511296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Trebuchet MS"/>
              </a:defRPr>
            </a:pPr>
            <a:r>
              <a:t>05. Privacycentric By Design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Strictly minimizes long-term retention of media assets through aggressive, scheduled deletion loops.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11312" y="3840480"/>
            <a:ext cx="3511296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Trebuchet MS"/>
              </a:defRPr>
            </a:pPr>
            <a:r>
              <a:t>06. Human-in-the-Loop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Intelligently routes borderline, volatile, or high-impact claims to human verification backstops.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DEEPFAKE SHIELD  •  LOGIC LEAGUE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06 — TECHNICAL APPROACH: Staged Implementation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Trebuchet MS"/>
              </a:defRPr>
            </a:pPr>
            <a:r>
              <a:t>🚀 Phased Engineering Milestones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[ PHASE 1 • MVP Scope (Image + Video) ]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Python + PyTorch deep learning framework backend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High-throughput OpenCV pipeline for frame extraction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Targeted transfer-learning fine-tuning of pretrained networks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Frame-to-video level confidence aggregation logic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Threshold bounds mapping the inconclusive zone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[ PHASE 2 • Audio Processing Layers ]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Librosa framework pipelines for spectral audio processing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Synthetic-voice classification models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Multi-stream cross-modal fusion with visual indicators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[ PHASE 3 • Context &amp; Claim Mapping ]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Transformer topologies tailored for semantic claim parsing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Entity extraction models aligned with historical truth stores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493776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Trebuchet MS"/>
              </a:defRPr>
            </a:pPr>
            <a:r>
              <a:t>📊 Strategic Data &amp; Model Architecture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CORE TRUTHING DATASETS: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  - Visuals: FaceForensics++, DFDC, Celeb-DF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  - Audio: ASVspoof, FakeAVCeleb pipelines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VALIDATION RIGOR: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  - Transfer learning strategies mapped across unseen domains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  - Meticulously isolated, strict validation split barriers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FAILURE MODE TRANSPARENCY: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  - Programmatic, automated system failure-mode logging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  - Dynamic fallback loops triggering confidence corrections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DEEPFAKE SHIELD  •  LOGIC LEAGUE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07 — TECHNOLOGY STACK: Purpose-Driven Choices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Trebuchet MS"/>
              </a:defRPr>
            </a:pPr>
            <a:r>
              <a:t>💻 Core Languages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Python (AI infrastructure &amp; backend core processing)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JavaScript (Interactive interface logic development)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HTML5 / CSS3 (Responsive UI framework architectures)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SQL (Relational structured tracking schemas)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Trebuchet MS"/>
              </a:defRPr>
            </a:pPr>
            <a:r>
              <a:t>🤖 AI / ML Infrastructure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PyTorch (Tensor math &amp; deep model execution)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Torchvision (Pretrained core visual feature layers)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Scikit-learn (Statistical signal calibration utilities)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NumPy / Pandas (High-speed multidimensional data processing)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749039"/>
            <a:ext cx="548640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Trebuchet MS"/>
              </a:defRPr>
            </a:pPr>
            <a:r>
              <a:t>👁️ Modality Frameworks (Vision, Audio, NLP)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OpenCV &amp; Pillow (Image processing &amp; spatial extraction)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Librosa (Audio transformation &amp; feature processing)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Hugging Face &amp; Transformers (Semantic claim extraction)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749039"/>
            <a:ext cx="548640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Trebuchet MS"/>
              </a:defRPr>
            </a:pPr>
            <a:r>
              <a:t>⚙️ Services, Storage &amp; DevOps Lifecycle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FastAPI &amp; Uvicorn (Asynchronous, highly concurrent REST engines)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SQLite passing to enterprise-grade PostgreSQL schemas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Versioning &amp; Infrastructure: Git, GitHub, Jupyter, Docker containers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Stack components are chosen strictly because they map directly to high-throughput system performance requirements.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DEEPFAKE SHIELD  •  LOGIC LEAGUE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08 — FEASIBILITY, LIMITATIONS &amp; SYSTEMS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Trebuchet MS"/>
              </a:defRPr>
            </a:pPr>
            <a:r>
              <a:t>👍 Feasibility Baseline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Constructed via mature, thoroughly documented open ML libraries.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Focused MVP scoping avoids feature-creep, maximizing early stability.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High-fidelity public deepfake research datasets are active and open.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Dual-engineer structure divides backend ML from frontend systems.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Trebuchet MS"/>
              </a:defRPr>
            </a:pPr>
            <a:r>
              <a:t>🛑 Operating Constraints &amp; Limits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Inevitability of edge-case false positives and false negatives.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Rapid generation developments can evade locked historical training weights.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High-compression or localized network re-encoding degrades signals.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Clear absence of provenance signatures does not indicate malicious intent.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840480"/>
            <a:ext cx="548640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Trebuchet MS"/>
              </a:defRPr>
            </a:pPr>
            <a:r>
              <a:t>⚡ Systems &amp; Social Impact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Empowers casual web consumers with immediate, real-time risk context.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Promotes structural 'pause-and-verify' habits ahead of sharing.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Acts as a first-tier automated screening asset for media field desks.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Provides building blocks for next-gen platform platform safety layers.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840480"/>
            <a:ext cx="548640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  <a:latin typeface="Trebuchet MS"/>
              </a:defRPr>
            </a:pPr>
            <a:r>
              <a:t>⚖️ Responsible AI Principles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Guided by an obligation to warn and explain rather than programmatically censor.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Prioritizes conscious user agency at every structural node.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Automatically pathways indeterminate signals directly to truth verifiers.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DEEPFAKE SHIELD  •  LOGIC LEAGUE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09 — THE CORE ARCHITECTURE 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4552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EF4444"/>
                </a:solidFill>
                <a:latin typeface="Trebuchet MS"/>
              </a:defRPr>
            </a:pPr>
            <a:r>
              <a:t>❌ Traditional Opaque Deepfake Detector Paradigm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INPUT MEDIA   →   BLACK-BOX NEURAL NET   →   [ DEFINITIVE REAL / FAKE VERDICT ]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Risk Profile: Creates misplaced absolute certainty, ignores context manipulation, provides no explainability.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926080"/>
            <a:ext cx="11274552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✨ The DeepFake Shield Architecture Shift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INPUT MEDIA + TEXT CLAIM   →   PARALLEL ANALYSIS STREAMS   →   DYNAMIC SIGNAL FUSION   →   EXPLAIN EVIDENCE   →   WARN CONTEXT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Value Vector: Evaluates blended multi-signal vectors, programmatically handles true data uncertainty, reveals underlying markers, demands human evaluation before expansion.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846320"/>
            <a:ext cx="11274552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  <a:latin typeface="Trebuchet MS"/>
              </a:defRPr>
            </a:pPr>
            <a:r>
              <a:t>🎯 Core Architectural Takeaway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AI must be leveraged to assist human reasoning and catalyze careful context evaluation of unverified media structures — not pretend to operate as an absolute, unilateral arbiter of ultimate truth.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8FAFC"/>
                </a:solidFill>
                <a:latin typeface="Trebuchet MS"/>
              </a:defRPr>
            </a:pPr>
            <a:r>
              <a:t>THANK YOU</a:t>
            </a:r>
          </a:p>
          <a:p>
            <a:pPr algn="ctr">
              <a:spcBef>
                <a:spcPts val="800"/>
              </a:spcBef>
              <a:defRPr sz="2000">
                <a:solidFill>
                  <a:srgbClr val="F59E0B"/>
                </a:solidFill>
                <a:latin typeface="Arial"/>
              </a:defRPr>
            </a:pPr>
            <a:r>
              <a:t>Open for Questions &amp; Panel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8531352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Trebuchet MS"/>
              </a:defRPr>
            </a:pPr>
            <a:r>
              <a:t>💡 Discussion Framing Focus Points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Structural Need: Why this specific problem space requires immediate intervention now?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Architectural Choice: Why multi-signal fusion beats out isolated modal classification?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Pragmatic Friction: Navigating systemic engineering trade-offs regarding processing latency, detection confidence boundaries, and structural model decay.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85216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  <a:latin typeface="Arial"/>
              </a:defRPr>
            </a:pPr>
            <a:r>
              <a:t>DEEPFAKE SHIELD   •   LOGIC LEAGUE 2026   •   SLIDE 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1389</Words>
  <Application>Microsoft Office PowerPoint</Application>
  <PresentationFormat>Widescreen</PresentationFormat>
  <Paragraphs>151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MY</dc:creator>
  <cp:keywords/>
  <dc:description>generated using python-pptx</dc:description>
  <cp:lastModifiedBy>Microsoft account</cp:lastModifiedBy>
  <cp:revision>3</cp:revision>
  <dcterms:created xsi:type="dcterms:W3CDTF">2013-01-27T09:14:16Z</dcterms:created>
  <dcterms:modified xsi:type="dcterms:W3CDTF">2026-10-07T06:59:27Z</dcterms:modified>
  <cp:category/>
</cp:coreProperties>
</file>